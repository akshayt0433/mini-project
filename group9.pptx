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ibre Baskerville" panose="020B0604020202020204" charset="0"/>
      <p:regular r:id="rId21"/>
    </p:embeddedFont>
    <p:embeddedFont>
      <p:font typeface="Open Sans" panose="020B0606030504020204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42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hyperlink" Target="https://pancham17.github.io/placement-management-si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7345"/>
            <a:ext cx="9503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Placement Management Website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6850"/>
            <a:ext cx="850153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Front-End Mini Project Presentation</a:t>
            </a:r>
            <a:endParaRPr lang="en-US" sz="24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64C9E9C6-B30F-1CC1-CB3C-EACF8DE12ADB}"/>
              </a:ext>
            </a:extLst>
          </p:cNvPr>
          <p:cNvSpPr/>
          <p:nvPr/>
        </p:nvSpPr>
        <p:spPr>
          <a:xfrm>
            <a:off x="793790" y="3792063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Team Members-</a:t>
            </a:r>
            <a:endParaRPr lang="en-US" sz="2000" dirty="0">
              <a:latin typeface="Libre Baskerville" panose="020F0502020204030204" pitchFamily="2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A396A52-86E2-37B5-CF6B-F4C998184E8A}"/>
              </a:ext>
            </a:extLst>
          </p:cNvPr>
          <p:cNvSpPr/>
          <p:nvPr/>
        </p:nvSpPr>
        <p:spPr>
          <a:xfrm>
            <a:off x="793790" y="4259026"/>
            <a:ext cx="371177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PANCHAM VERMA (lead)         20241CSN0047</a:t>
            </a:r>
            <a:endParaRPr lang="en-US" sz="1600" dirty="0">
              <a:latin typeface="Libre Baskerville" panose="020F0502020204030204" pitchFamily="2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A4A26C6-9C76-D938-2945-6120016814A1}"/>
              </a:ext>
            </a:extLst>
          </p:cNvPr>
          <p:cNvSpPr/>
          <p:nvPr/>
        </p:nvSpPr>
        <p:spPr>
          <a:xfrm>
            <a:off x="793790" y="4714560"/>
            <a:ext cx="371177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RITHIKA P                                   20241CSN0045</a:t>
            </a:r>
            <a:endParaRPr lang="en-US" sz="1600" dirty="0">
              <a:latin typeface="Libre Baskerville" panose="020F0502020204030204" pitchFamily="2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11E1489-B924-4C8F-F1F7-08B186998094}"/>
              </a:ext>
            </a:extLst>
          </p:cNvPr>
          <p:cNvSpPr/>
          <p:nvPr/>
        </p:nvSpPr>
        <p:spPr>
          <a:xfrm>
            <a:off x="793790" y="5170093"/>
            <a:ext cx="371177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AMAN KUMAR                           20241CSN0046</a:t>
            </a:r>
            <a:endParaRPr lang="en-US" sz="1600" dirty="0">
              <a:latin typeface="Libre Baskerville" panose="020F0502020204030204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7E5D51E-4793-C728-6533-DBDA68864276}"/>
              </a:ext>
            </a:extLst>
          </p:cNvPr>
          <p:cNvSpPr/>
          <p:nvPr/>
        </p:nvSpPr>
        <p:spPr>
          <a:xfrm>
            <a:off x="793790" y="5625626"/>
            <a:ext cx="371177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Mohammed </a:t>
            </a:r>
            <a:r>
              <a:rPr lang="en-US" sz="1600" dirty="0" err="1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Khaif</a:t>
            </a:r>
            <a:r>
              <a:rPr lang="en-US" sz="16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                      20241CSN0048</a:t>
            </a:r>
            <a:endParaRPr lang="en-US" sz="1600" dirty="0">
              <a:latin typeface="Libre Baskerville" panose="020F0502020204030204" pitchFamily="2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1E28690-3448-25A8-215E-64357A270F14}"/>
              </a:ext>
            </a:extLst>
          </p:cNvPr>
          <p:cNvSpPr/>
          <p:nvPr/>
        </p:nvSpPr>
        <p:spPr>
          <a:xfrm>
            <a:off x="8384095" y="3792063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Institution-</a:t>
            </a:r>
            <a:endParaRPr lang="en-US" sz="2000" dirty="0">
              <a:latin typeface="Libre Baskerville" panose="020F0502020204030204" pitchFamily="2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D1EE0F2-AAE8-D6CD-0352-2A098644F0AE}"/>
              </a:ext>
            </a:extLst>
          </p:cNvPr>
          <p:cNvSpPr/>
          <p:nvPr/>
        </p:nvSpPr>
        <p:spPr>
          <a:xfrm>
            <a:off x="8346888" y="4259245"/>
            <a:ext cx="371177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Libre Baskerville" panose="020F0502020204030204" pitchFamily="2" charset="0"/>
                <a:ea typeface="Merriweather" pitchFamily="34" charset="-122"/>
                <a:cs typeface="Merriweather" pitchFamily="34" charset="-120"/>
              </a:rPr>
              <a:t>Presidency University, Bengaluru</a:t>
            </a:r>
            <a:endParaRPr lang="en-US" sz="1600" dirty="0">
              <a:latin typeface="Libre Baskerville" panose="020F05020202040302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FFC95D-B363-47AD-98D7-03F448E7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924" y="6537113"/>
            <a:ext cx="1790303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92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38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298073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016091"/>
            <a:ext cx="9482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Design a responsive website that simplifies the placement process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390215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878860" y="39446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530906" y="3980021"/>
            <a:ext cx="11213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an interactive platform for students, recruiters, and placement officers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530906" y="4943951"/>
            <a:ext cx="82276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Demonstrate effective use of HTML, CSS, and JavaScript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58300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878860" y="58725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907881"/>
            <a:ext cx="7313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on design clarity, layout, and responsiveness</a:t>
            </a: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560258-BB86-4993-B5CF-F3C13CD7B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9156" y="6638703"/>
            <a:ext cx="2091244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29" y="573762"/>
            <a:ext cx="5216604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Homepage (web)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29" y="1643063"/>
            <a:ext cx="13169741" cy="6599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063182-7657-486C-BAFD-4169EE0D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0070" y="6638703"/>
            <a:ext cx="730330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6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Homepage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03565"/>
            <a:ext cx="6407944" cy="1722239"/>
          </a:xfrm>
          <a:prstGeom prst="roundRect">
            <a:avLst>
              <a:gd name="adj" fmla="val 197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060859"/>
            <a:ext cx="58933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and simple landing page with navigation bar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90560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header with easy-to-use menu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03565"/>
            <a:ext cx="6408063" cy="1722239"/>
          </a:xfrm>
          <a:prstGeom prst="roundRect">
            <a:avLst>
              <a:gd name="adj" fmla="val 197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060859"/>
            <a:ext cx="58934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Hero section introduces the website purpose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90560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Engaging introduction to placement platform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722239"/>
          </a:xfrm>
          <a:prstGeom prst="roundRect">
            <a:avLst>
              <a:gd name="adj" fmla="val 197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09912"/>
            <a:ext cx="58933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Links to Recruiter, Student, and Officer sections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85466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navigation to all main areas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722239"/>
          </a:xfrm>
          <a:prstGeom prst="roundRect">
            <a:avLst>
              <a:gd name="adj" fmla="val 197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09912"/>
            <a:ext cx="33469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Fully responsive layout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0033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seamlessly on all devices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703623-6D52-4390-BB58-E3973D58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240" y="6610945"/>
            <a:ext cx="1908987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830" y="579715"/>
            <a:ext cx="5270421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Student Section (web)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0" y="1660088"/>
            <a:ext cx="13154739" cy="6496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CC39A5-7DC1-4360-95CA-C39094CE3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2569" y="6566074"/>
            <a:ext cx="737831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94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Student Section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84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section provides students with quick access to all placement activities.</a:t>
            </a:r>
          </a:p>
        </p:txBody>
      </p:sp>
      <p:sp>
        <p:nvSpPr>
          <p:cNvPr id="4" name="Shape 2"/>
          <p:cNvSpPr/>
          <p:nvPr/>
        </p:nvSpPr>
        <p:spPr>
          <a:xfrm>
            <a:off x="793790" y="370939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936206"/>
            <a:ext cx="38238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View Jobs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426625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 and apply for available company openings.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70939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936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My Applications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442662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submitted job applications and their current status.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24315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Saved Jobs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596038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and manage bookmarked opportunities. 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24315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Profile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596038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 details, academic information, and eligibility data.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592749-E37D-46E5-BA55-610DC9BBD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427" y="7040524"/>
            <a:ext cx="2147376" cy="1178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582216"/>
            <a:ext cx="5293281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Recruiter Section (web)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5" y="1667232"/>
            <a:ext cx="13148310" cy="6458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E2826-A0E3-48F6-8287-F8690A9A8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354" y="6534642"/>
            <a:ext cx="636873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94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Recruiter Section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84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section enables recruiters to manage company postings and monitor applications efficiently.</a:t>
            </a:r>
          </a:p>
        </p:txBody>
      </p:sp>
      <p:sp>
        <p:nvSpPr>
          <p:cNvPr id="4" name="Shape 2"/>
          <p:cNvSpPr/>
          <p:nvPr/>
        </p:nvSpPr>
        <p:spPr>
          <a:xfrm>
            <a:off x="793789" y="370939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827057"/>
            <a:ext cx="3301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 Job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3" y="4167246"/>
            <a:ext cx="5954316" cy="84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new openings with job title, description, salary, 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eligibility criteria.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70939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936206"/>
            <a:ext cx="3337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View Applicants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442662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and track applications received for each position.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24315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 Jobs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596038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 or remove existing job postings easily. 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24315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Company Profile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596038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 organization details and contact information.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7B0A8F-0929-443B-B88C-195AC6F7B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374" y="6834052"/>
            <a:ext cx="1697704" cy="1306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569" y="585788"/>
            <a:ext cx="7167324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Placement Officer Section (web)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69" y="1677472"/>
            <a:ext cx="13139261" cy="6396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5E032-D6FE-4F55-80DA-18FB250A7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4830" y="6638703"/>
            <a:ext cx="745570" cy="159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0E97C-7F2A-40DA-A35E-5E563A139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4820" y="8073986"/>
            <a:ext cx="1219370" cy="155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8536"/>
            <a:ext cx="76321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Placement Officer Section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4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section allows placement officers to manage placement drives and monitor reports efficiently.</a:t>
            </a:r>
          </a:p>
        </p:txBody>
      </p:sp>
      <p:sp>
        <p:nvSpPr>
          <p:cNvPr id="4" name="Shape 2"/>
          <p:cNvSpPr/>
          <p:nvPr/>
        </p:nvSpPr>
        <p:spPr>
          <a:xfrm>
            <a:off x="793790" y="3648432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648432"/>
            <a:ext cx="121920" cy="1367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3905726"/>
            <a:ext cx="29182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Open Drives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439614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and manage all active placement drives.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3648432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648432"/>
            <a:ext cx="121920" cy="1367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7282" y="3905726"/>
            <a:ext cx="28790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Upcoming Drives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7282" y="439614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details of scheduled company drives. 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243155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243155"/>
            <a:ext cx="121920" cy="13679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2524" y="5500449"/>
            <a:ext cx="39215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Reports 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42524" y="599086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and analyze placement data and statistics.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428548" y="5243155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5243155"/>
            <a:ext cx="121920" cy="136790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7282" y="5500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 Drives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77282" y="599086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Create, update, or close placement activities with ease.</a:t>
            </a:r>
            <a:endParaRPr lang="en-US" sz="1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C06BC6-299C-47F4-8464-62C98B4AF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8925" y="6638703"/>
            <a:ext cx="1855728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Technologies Used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3350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 Technologies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 → Defines structure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 → Styling &amp; layout (Flexbox/Grid used)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 &amp; Hosting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for development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Pages for deployment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Canva for UI assets (if used)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5B08DE-918E-4142-AB5D-549A853E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8521" y="6638703"/>
            <a:ext cx="1801879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4530"/>
            <a:ext cx="81638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Design and User Experience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0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1142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on mobile, tablet, and desktop with fluid layouts and adaptive components.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Consistent UI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4519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Unified color palette and typography throughout the entire website.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230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Animations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81142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Subtle hover effects and transitions for enhanced interactivity.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User-Friendly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3451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navigation with clear CTA buttons and intuitive flow.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92F972-2681-40AE-A851-05C3E948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50" y="6638703"/>
            <a:ext cx="2004449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609600"/>
            <a:ext cx="6281499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Enhancements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0" y="1634847"/>
            <a:ext cx="665083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2708" y="1856542"/>
            <a:ext cx="288345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Integration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662708" y="2336006"/>
            <a:ext cx="1219176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MySQL or Firebase for data storage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72" y="3186708"/>
            <a:ext cx="66508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95249" y="3408402"/>
            <a:ext cx="282023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Authentication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2106096" y="3925451"/>
            <a:ext cx="11859220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secure login systems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013" y="4738568"/>
            <a:ext cx="66508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27791" y="4960263"/>
            <a:ext cx="291084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Analytics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2327791" y="5439728"/>
            <a:ext cx="115266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Placement data visualization and reporting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555" y="6290429"/>
            <a:ext cx="665083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0333" y="6512123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Notifications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2660333" y="6991588"/>
            <a:ext cx="11194137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and SMS notification system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413475-F3FF-426C-B8AC-282642EE9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515" y="3319351"/>
            <a:ext cx="1219370" cy="15908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3CEC9B-6659-4C52-BF24-EE0E7D7BD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515" y="3319351"/>
            <a:ext cx="1219370" cy="15908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9C0FBFB-BFFA-4CB0-83AA-2D516AF26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5946" y="6550826"/>
            <a:ext cx="1884454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4281"/>
            <a:ext cx="7243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3221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front-end project demonstrating responsive web design and UI skills. Simplifies how students and recruiters interact during placements.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4075390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C3C2F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427101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435887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Hosted live at: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u="sng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https://pancham17.github.io/placement-management-site/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208322" y="5518260"/>
            <a:ext cx="7825502" cy="9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Thank You! </a:t>
            </a:r>
            <a:r>
              <a:rPr lang="en-US" sz="6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🙏</a:t>
            </a:r>
            <a:endParaRPr lang="en-US" sz="6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7C498-FD8D-4DFB-9273-0E46860CA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7240" y="6638703"/>
            <a:ext cx="1908987" cy="1590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496</Words>
  <Application>Microsoft Office PowerPoint</Application>
  <PresentationFormat>Custom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Libre Baskerville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Bhaskar Das</dc:creator>
  <cp:lastModifiedBy>Bhaskar Das</cp:lastModifiedBy>
  <cp:revision>5</cp:revision>
  <dcterms:created xsi:type="dcterms:W3CDTF">2025-11-04T18:48:48Z</dcterms:created>
  <dcterms:modified xsi:type="dcterms:W3CDTF">2025-11-05T04:38:08Z</dcterms:modified>
</cp:coreProperties>
</file>