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Inter" panose="020B0604020202020204" charset="0"/>
      <p:regular r:id="rId15"/>
    </p:embeddedFont>
    <p:embeddedFont>
      <p:font typeface="Manrop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09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5897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Intranet: 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176713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Empowering students with seamless digital access to academic resources, notices, grades, and personalised learning experiences through a unified platform.</a:t>
            </a:r>
            <a:endParaRPr lang="en-US" sz="19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4FE47-D1CF-1C58-DD75-608FDF7BFC86}"/>
              </a:ext>
            </a:extLst>
          </p:cNvPr>
          <p:cNvSpPr/>
          <p:nvPr/>
        </p:nvSpPr>
        <p:spPr>
          <a:xfrm>
            <a:off x="12835054" y="7750097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1884"/>
            <a:ext cx="63167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Student Intranet?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5961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student intranet is a secure, institution-wide digital platform designed exclusively for enrolled students. It serves as a centralised hub where students can access academic materials, institutional announcements, personal academic records, and communicate with peers and faculty members.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3547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Unlike the public university website, an intranet requires authentication through login credentials, ensuring only authorised students access sensitive information such as grades, attendance records, and personal profiles. It creates a private digital ecosystem tailored to the academic community.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5011341"/>
            <a:ext cx="4215289" cy="1476256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768" y="52173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Access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9768" y="5646539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Protected login system for enrolled students only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5011341"/>
            <a:ext cx="4215408" cy="1476256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415" y="52173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Centralised Hub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13415" y="5646539"/>
            <a:ext cx="38034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academic resources in one place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5011341"/>
            <a:ext cx="4215289" cy="1476256"/>
          </a:xfrm>
          <a:prstGeom prst="roundRect">
            <a:avLst>
              <a:gd name="adj" fmla="val 1210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27181" y="5217319"/>
            <a:ext cx="28919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 Experience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27181" y="5646539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Customised to individual student needs</a:t>
            </a:r>
            <a:endParaRPr lang="en-US" sz="15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439B7D-E09D-8B89-2CC3-F9F9852AAF52}"/>
              </a:ext>
            </a:extLst>
          </p:cNvPr>
          <p:cNvSpPr/>
          <p:nvPr/>
        </p:nvSpPr>
        <p:spPr>
          <a:xfrm>
            <a:off x="12835054" y="7738946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1084"/>
            <a:ext cx="63087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explanation: Login UI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69519"/>
            <a:ext cx="69556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section defines the UI theme and login styling using CSS variables and minimal glass-effect layouts, creating a clean dark interface for the intranet prototype.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045381"/>
            <a:ext cx="6955631" cy="4108133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045381"/>
            <a:ext cx="6975396" cy="4108133"/>
          </a:xfrm>
          <a:prstGeom prst="roundRect">
            <a:avLst>
              <a:gd name="adj" fmla="val 72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194209"/>
            <a:ext cx="6578679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:root { --bg:#0e1116; --card:rgba(255,255,255,0.06); --text:#e5e5e5; --accent:#4c8ffd; --border:rgba(255,255,255,0.1); --input:rgba(255,255,255,0.08); --radius:12px; font-family:"Segoe UI",sans-serif;}body{margin:0;background:var(--bg);color:var(--text);}.login-box{ width:350px;margin:120px auto;padding:25px; background:var(--card);border-radius:var(--radius); border:1px solid var(--border);text-align:center;}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41149" y="1031319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49" y="1572101"/>
            <a:ext cx="5602962" cy="39153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338E38-6D2E-62F1-468C-754C19781090}"/>
              </a:ext>
            </a:extLst>
          </p:cNvPr>
          <p:cNvSpPr/>
          <p:nvPr/>
        </p:nvSpPr>
        <p:spPr>
          <a:xfrm>
            <a:off x="12835054" y="7738946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163"/>
            <a:ext cx="73187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explanation:Login Screen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04599"/>
            <a:ext cx="1101375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HTML block builds the login screen with username and password fields. It simulates user authentication for students and faculty in the prototype.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62920"/>
            <a:ext cx="11013758" cy="3155513"/>
          </a:xfrm>
          <a:prstGeom prst="roundRect">
            <a:avLst>
              <a:gd name="adj" fmla="val 566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362920"/>
            <a:ext cx="11033522" cy="3155513"/>
          </a:xfrm>
          <a:prstGeom prst="roundRect">
            <a:avLst>
              <a:gd name="adj" fmla="val 94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511748"/>
            <a:ext cx="10636806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id="loginPage" class="login-box"&gt;&lt;h2&gt;Campus Login&lt;/h2&gt;&lt;input id="username" placeholder="Username"&gt;&lt;input type="password" id="password" placeholder="Password"&gt;&lt;button onclick="login()"&gt;Login&lt;/button&gt;&lt;p style="font-size:12px;opacity:0.7"&gt;Students: 123 | Faculty: faculty123&lt;/p&gt;&lt;/div&gt;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299275" y="1666399"/>
            <a:ext cx="154483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275EBD-F70B-A76B-D6B2-67F0B733748F}"/>
              </a:ext>
            </a:extLst>
          </p:cNvPr>
          <p:cNvSpPr/>
          <p:nvPr/>
        </p:nvSpPr>
        <p:spPr>
          <a:xfrm>
            <a:off x="12835054" y="7738946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964" y="884753"/>
            <a:ext cx="8789670" cy="519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explanation: Navigation and Role menu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4964" y="1570434"/>
            <a:ext cx="8914448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Navigation and menu buttons are shown here. The interface switches between student and faculty menu options dynamically after login.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4964" y="2289096"/>
            <a:ext cx="8914448" cy="5034915"/>
          </a:xfrm>
          <a:prstGeom prst="roundRect">
            <a:avLst>
              <a:gd name="adj" fmla="val 297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56749" y="2289096"/>
            <a:ext cx="8930878" cy="5034915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13754"/>
            <a:ext cx="8598456" cy="478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class="nav"&gt; &lt;h3&gt;Presidency Intranet&lt;/h3&gt; &lt;button onclick="logout()"&gt;Logout&lt;/button&gt;&lt;/div&gt;&lt;div id="studentMenu"&gt; &lt;button onclick="show('home')"&gt;Home&lt;/button&gt; &lt;button onclick="show('feed')"&gt;Posts&lt;/button&gt; &lt;button onclick="show('chat')"&gt;Chat&lt;/button&gt; &lt;button onclick="show('clubs')"&gt;Clubs&lt;/button&gt; &lt;button onclick="show('profile')"&gt;Profile&lt;/button&gt;&lt;/div&gt;&lt;div id="facultyMenu" class="hidden"&gt; &lt;button onclick="show('facultyDash')"&gt;Dashboard&lt;/button&gt; &lt;button onclick="show('announce')"&gt;Announcements&lt;/button&gt; &lt;button onclick="show('profile')"&gt;Profile&lt;/button&gt;&lt;/div&gt;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92558" y="868085"/>
            <a:ext cx="3980378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558" y="1320879"/>
            <a:ext cx="3980378" cy="18191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11D50A-2E1C-0A06-5988-6EC4FA3AA72B}"/>
              </a:ext>
            </a:extLst>
          </p:cNvPr>
          <p:cNvSpPr/>
          <p:nvPr/>
        </p:nvSpPr>
        <p:spPr>
          <a:xfrm>
            <a:off x="12835054" y="7738946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585"/>
            <a:ext cx="695563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explanation: Feed with image upload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97098"/>
            <a:ext cx="69556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section provides the post creation UI, allowing users to write text, upload images, preview them, and view posts in the campus feed.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55419"/>
            <a:ext cx="6955631" cy="3790593"/>
          </a:xfrm>
          <a:prstGeom prst="roundRect">
            <a:avLst>
              <a:gd name="adj" fmla="val 471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355419"/>
            <a:ext cx="6975396" cy="3790593"/>
          </a:xfrm>
          <a:prstGeom prst="roundRect">
            <a:avLst>
              <a:gd name="adj" fmla="val 78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504248"/>
            <a:ext cx="6578679" cy="3492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id="feed" class="hidden section"&gt;&lt;div class="card"&gt; &lt;div class="section-title"&gt;Create a Post&lt;/div&gt; &lt;input id="postText" placeholder="Write something..."&gt; &lt;input type="file" id="postImage" accept="image/*" onchange="previewImage(event)"&gt; &lt;img id="imagePreview" class="feed-image" style="display:none"&gt; &lt;button onclick="addPost()"&gt;Post&lt;/button&gt;&lt;/div&gt;&lt;div id="postArea"&gt;&lt;/div&gt;&lt;/div&gt;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41149" y="1038820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41149" y="1534954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41149" y="2031087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41149" y="2527221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49" y="3068003"/>
            <a:ext cx="5602962" cy="351282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D1706A6-B3FD-BB60-53EC-EE2D1D94141B}"/>
              </a:ext>
            </a:extLst>
          </p:cNvPr>
          <p:cNvSpPr/>
          <p:nvPr/>
        </p:nvSpPr>
        <p:spPr>
          <a:xfrm>
            <a:off x="12835054" y="7738946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948" y="747355"/>
            <a:ext cx="724876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explanation: Chats and Club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2948" y="1492806"/>
            <a:ext cx="8006715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static chat interface and clubs listing are demonstrated here. These represent community interaction spaces for students inside the intranet.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22948" y="2274213"/>
            <a:ext cx="8006715" cy="5185410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14018" y="2274213"/>
            <a:ext cx="8024574" cy="5185410"/>
          </a:xfrm>
          <a:prstGeom prst="roundRect">
            <a:avLst>
              <a:gd name="adj" fmla="val 52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94755" y="2409706"/>
            <a:ext cx="7663101" cy="491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id="chat" class="hidden section"&gt; &lt;div class="card"&gt;  &lt;div class="section-title"&gt;Chat&lt;/div&gt;  &lt;div class="chat-area"&gt;   &lt;div class="chat-message"&gt;&lt;b&gt;Akshay:&lt;/b&gt; Notes updated&lt;/div&gt;   &lt;div class="chat-message"&gt;&lt;b&gt;Yukith:&lt;/b&gt; AI club meet?&lt;/div&gt;  &lt;/div&gt;  &lt;input placeholder="Type message (UI only)"&gt; &lt;/div&gt;&lt;/div&gt;&lt;div id="clubs" class="hidden section"&gt; &lt;div class="card"&gt;  &lt;div class="section-title"&gt;Clubs&lt;/div&gt;  AI &amp; Robotics&lt;br&gt;Cyber Security Cell&lt;br&gt;Music Club&lt;br&gt;Literature Society &lt;/div&gt;&lt;/div&gt;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78290" y="729258"/>
            <a:ext cx="473666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78290" y="1180981"/>
            <a:ext cx="473666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78290" y="1632704"/>
            <a:ext cx="473666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78290" y="2084427"/>
            <a:ext cx="473666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78290" y="2536150"/>
            <a:ext cx="473666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78290" y="2987873"/>
            <a:ext cx="473666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290" y="3480197"/>
            <a:ext cx="4736663" cy="16125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9DA4CA7-0923-B48B-283B-A829F635364F}"/>
              </a:ext>
            </a:extLst>
          </p:cNvPr>
          <p:cNvSpPr/>
          <p:nvPr/>
        </p:nvSpPr>
        <p:spPr>
          <a:xfrm>
            <a:off x="12835054" y="7738946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557" y="519113"/>
            <a:ext cx="5583436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explanation:Login &amp; Post Logic (JS)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557" y="990838"/>
            <a:ext cx="8117443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Basic JavaScript logic handles login validation, role display, and post creation. This is a front-end simulation only, without backend storage.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557" y="1302544"/>
            <a:ext cx="8117443" cy="6393418"/>
          </a:xfrm>
          <a:prstGeom prst="roundRect">
            <a:avLst>
              <a:gd name="adj" fmla="val 161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51842" y="1302544"/>
            <a:ext cx="8128873" cy="6393418"/>
          </a:xfrm>
          <a:prstGeom prst="roundRect">
            <a:avLst>
              <a:gd name="adj" fmla="val 26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566142" y="1388269"/>
            <a:ext cx="7900273" cy="62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users={ akshay:{pass:"123",role:"student"}, yukith:{pass:"123",role:"student"}, sahana:{pass:"123",role:"student"}, rupranjan:{pass:"123",role:"student"}, sunil:{pass:"faculty123",role:"faculty"}};function login(){ let u=username.value.toLowerCase(); if(users[u] &amp;&amp; password.value===users[u].pass){  loginPage.classList.add("hidden");  app.classList.remove("hidden");  studentName.textContent=u; pName.textContent=u;  roleType.textContent=users[u].role;  users[u].role==="faculty"   ? (studentMenu.classList.add("hidden"), facultyMenu.classList.remove("hidden"))   : (studentMenu.classList.remove("hidden"), facultyMenu.classList.add("hidden")); } else alert("Incorrect login");}function addPost(){ let text=postText.value, imgFile=postImage.files[0]; let card=document.createElement("div"); card.className="card"; card.innerHTML=`&lt;b&gt;${studentName.textContent}&lt;/b&gt;&lt;br&gt;${text}`; if(imgFile){  let img=document.createElement("img");  img.src=URL.createObjectURL(imgFile);  img.className="feed-image";  card.appendChild(img); } postArea.prepend(card);}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1703" y="507683"/>
            <a:ext cx="5318641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1703" y="793552"/>
            <a:ext cx="5318641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1703" y="1079421"/>
            <a:ext cx="5318641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1703" y="1365290"/>
            <a:ext cx="5318641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1703" y="1651159"/>
            <a:ext cx="5318641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1703" y="1937028"/>
            <a:ext cx="5318641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703" y="2248733"/>
            <a:ext cx="5318641" cy="237529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B3DB5BD-BE5C-19FC-6D1E-D6C7F8FD80E6}"/>
              </a:ext>
            </a:extLst>
          </p:cNvPr>
          <p:cNvSpPr/>
          <p:nvPr/>
        </p:nvSpPr>
        <p:spPr>
          <a:xfrm>
            <a:off x="12835054" y="7738946"/>
            <a:ext cx="1706136" cy="4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</Words>
  <Application>Microsoft Office PowerPoint</Application>
  <PresentationFormat>Custom</PresentationFormat>
  <Paragraphs>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Manrope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yukithj@outlook.com</cp:lastModifiedBy>
  <cp:revision>2</cp:revision>
  <dcterms:created xsi:type="dcterms:W3CDTF">2025-11-08T06:04:10Z</dcterms:created>
  <dcterms:modified xsi:type="dcterms:W3CDTF">2025-11-08T06:05:29Z</dcterms:modified>
</cp:coreProperties>
</file>