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Josefin Sans" charset="1" panose="00000500000000000000"/>
      <p:regular r:id="rId19"/>
    </p:embeddedFont>
    <p:embeddedFont>
      <p:font typeface="Josefin Sans Bold" charset="1" panose="00000800000000000000"/>
      <p:regular r:id="rId20"/>
    </p:embeddedFont>
    <p:embeddedFont>
      <p:font typeface="Josefin Sans Semi-Bold" charset="1" panose="000007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9.jpeg" Type="http://schemas.openxmlformats.org/officeDocument/2006/relationships/image"/><Relationship Id="rId5" Target="../media/image24.jpeg" Type="http://schemas.openxmlformats.org/officeDocument/2006/relationships/image"/><Relationship Id="rId6" Target="../media/image30.jpe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99590" y="0"/>
            <a:ext cx="6263014" cy="5143500"/>
          </a:xfrm>
          <a:custGeom>
            <a:avLst/>
            <a:gdLst/>
            <a:ahLst/>
            <a:cxnLst/>
            <a:rect r="r" b="b" t="t" l="l"/>
            <a:pathLst>
              <a:path h="5143500" w="6263014">
                <a:moveTo>
                  <a:pt x="0" y="0"/>
                </a:moveTo>
                <a:lnTo>
                  <a:pt x="6263013" y="0"/>
                </a:lnTo>
                <a:lnTo>
                  <a:pt x="626301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024986" y="5143500"/>
            <a:ext cx="6263014" cy="5143500"/>
          </a:xfrm>
          <a:custGeom>
            <a:avLst/>
            <a:gdLst/>
            <a:ahLst/>
            <a:cxnLst/>
            <a:rect r="r" b="b" t="t" l="l"/>
            <a:pathLst>
              <a:path h="5143500" w="6263014">
                <a:moveTo>
                  <a:pt x="6263014" y="0"/>
                </a:moveTo>
                <a:lnTo>
                  <a:pt x="0" y="0"/>
                </a:lnTo>
                <a:lnTo>
                  <a:pt x="0" y="5143500"/>
                </a:lnTo>
                <a:lnTo>
                  <a:pt x="6263014" y="5143500"/>
                </a:lnTo>
                <a:lnTo>
                  <a:pt x="62630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549300" y="740231"/>
            <a:ext cx="3214386" cy="8806538"/>
          </a:xfrm>
          <a:custGeom>
            <a:avLst/>
            <a:gdLst/>
            <a:ahLst/>
            <a:cxnLst/>
            <a:rect r="r" b="b" t="t" l="l"/>
            <a:pathLst>
              <a:path h="8806538" w="3214386">
                <a:moveTo>
                  <a:pt x="3214386" y="0"/>
                </a:moveTo>
                <a:lnTo>
                  <a:pt x="0" y="0"/>
                </a:lnTo>
                <a:lnTo>
                  <a:pt x="0" y="8806538"/>
                </a:lnTo>
                <a:lnTo>
                  <a:pt x="3214386" y="8806538"/>
                </a:lnTo>
                <a:lnTo>
                  <a:pt x="321438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92631"/>
            <a:ext cx="9942190" cy="229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Welcome T</a:t>
            </a: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o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442" y="5286375"/>
            <a:ext cx="11977232" cy="101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2"/>
              </a:lnSpc>
            </a:pPr>
            <a:r>
              <a:rPr lang="en-US" sz="7602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LIBRARY MANAGEMENT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03" y="-539572"/>
            <a:ext cx="7927886" cy="11366144"/>
          </a:xfrm>
          <a:custGeom>
            <a:avLst/>
            <a:gdLst/>
            <a:ahLst/>
            <a:cxnLst/>
            <a:rect r="r" b="b" t="t" l="l"/>
            <a:pathLst>
              <a:path h="11366144" w="7927886">
                <a:moveTo>
                  <a:pt x="0" y="0"/>
                </a:moveTo>
                <a:lnTo>
                  <a:pt x="7927885" y="0"/>
                </a:lnTo>
                <a:lnTo>
                  <a:pt x="7927885" y="11366144"/>
                </a:lnTo>
                <a:lnTo>
                  <a:pt x="0" y="11366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729" y="1028700"/>
            <a:ext cx="6943725" cy="8229600"/>
          </a:xfrm>
          <a:custGeom>
            <a:avLst/>
            <a:gdLst/>
            <a:ahLst/>
            <a:cxnLst/>
            <a:rect r="r" b="b" t="t" l="l"/>
            <a:pathLst>
              <a:path h="8229600" w="6943725">
                <a:moveTo>
                  <a:pt x="0" y="0"/>
                </a:moveTo>
                <a:lnTo>
                  <a:pt x="6943725" y="0"/>
                </a:lnTo>
                <a:lnTo>
                  <a:pt x="69437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45682" y="1181100"/>
            <a:ext cx="8513618" cy="229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TEAM MEMBERS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45682" y="5978462"/>
            <a:ext cx="8513618" cy="255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∆Sourav Shekhawat - 20241CSN0011</a:t>
            </a:r>
          </a:p>
          <a:p>
            <a:pPr algn="ctr">
              <a:lnSpc>
                <a:spcPts val="3999"/>
              </a:lnSpc>
            </a:pPr>
          </a:p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∆Manya D Yadav - 20241CSN0012</a:t>
            </a:r>
          </a:p>
          <a:p>
            <a:pPr algn="ctr">
              <a:lnSpc>
                <a:spcPts val="3999"/>
              </a:lnSpc>
            </a:pPr>
          </a:p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∆Advika Anand - 20241CSN0009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5682" y="8300975"/>
            <a:ext cx="8513618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45682" y="4592320"/>
            <a:ext cx="8513618" cy="115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4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∆Mohammed arkhum khan - 20241CSN0008 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683" y="2927614"/>
            <a:ext cx="3554158" cy="4114800"/>
          </a:xfrm>
          <a:custGeom>
            <a:avLst/>
            <a:gdLst/>
            <a:ahLst/>
            <a:cxnLst/>
            <a:rect r="r" b="b" t="t" l="l"/>
            <a:pathLst>
              <a:path h="4114800" w="3554158">
                <a:moveTo>
                  <a:pt x="0" y="0"/>
                </a:moveTo>
                <a:lnTo>
                  <a:pt x="3554159" y="0"/>
                </a:lnTo>
                <a:lnTo>
                  <a:pt x="35541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4625" y="2927614"/>
            <a:ext cx="3718750" cy="4114800"/>
          </a:xfrm>
          <a:custGeom>
            <a:avLst/>
            <a:gdLst/>
            <a:ahLst/>
            <a:cxnLst/>
            <a:rect r="r" b="b" t="t" l="l"/>
            <a:pathLst>
              <a:path h="4114800" w="3718750">
                <a:moveTo>
                  <a:pt x="0" y="0"/>
                </a:moveTo>
                <a:lnTo>
                  <a:pt x="3718750" y="0"/>
                </a:lnTo>
                <a:lnTo>
                  <a:pt x="371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33766" y="2927614"/>
            <a:ext cx="5266944" cy="4114800"/>
          </a:xfrm>
          <a:custGeom>
            <a:avLst/>
            <a:gdLst/>
            <a:ahLst/>
            <a:cxnLst/>
            <a:rect r="r" b="b" t="t" l="l"/>
            <a:pathLst>
              <a:path h="4114800" w="5266944">
                <a:moveTo>
                  <a:pt x="0" y="0"/>
                </a:moveTo>
                <a:lnTo>
                  <a:pt x="5266944" y="0"/>
                </a:lnTo>
                <a:lnTo>
                  <a:pt x="5266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05967" y="8704953"/>
            <a:ext cx="5269334" cy="3089147"/>
          </a:xfrm>
          <a:custGeom>
            <a:avLst/>
            <a:gdLst/>
            <a:ahLst/>
            <a:cxnLst/>
            <a:rect r="r" b="b" t="t" l="l"/>
            <a:pathLst>
              <a:path h="3089147" w="5269334">
                <a:moveTo>
                  <a:pt x="0" y="0"/>
                </a:moveTo>
                <a:lnTo>
                  <a:pt x="5269334" y="0"/>
                </a:lnTo>
                <a:lnTo>
                  <a:pt x="5269334" y="3089147"/>
                </a:lnTo>
                <a:lnTo>
                  <a:pt x="0" y="30891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9507" y="1182529"/>
            <a:ext cx="13208985" cy="11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Library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00968"/>
            <a:ext cx="4584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CAF0F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Manage Inventory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1938" y="7300968"/>
            <a:ext cx="4584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CAF0F8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75175" y="7300968"/>
            <a:ext cx="4584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CAF0F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Manage User Records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966043" y="-1018783"/>
            <a:ext cx="5269334" cy="3089147"/>
          </a:xfrm>
          <a:custGeom>
            <a:avLst/>
            <a:gdLst/>
            <a:ahLst/>
            <a:cxnLst/>
            <a:rect r="r" b="b" t="t" l="l"/>
            <a:pathLst>
              <a:path h="3089147" w="5269334">
                <a:moveTo>
                  <a:pt x="0" y="0"/>
                </a:moveTo>
                <a:lnTo>
                  <a:pt x="5269334" y="0"/>
                </a:lnTo>
                <a:lnTo>
                  <a:pt x="5269334" y="3089147"/>
                </a:lnTo>
                <a:lnTo>
                  <a:pt x="0" y="30891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16747" y="-739291"/>
            <a:ext cx="8775924" cy="10969905"/>
          </a:xfrm>
          <a:custGeom>
            <a:avLst/>
            <a:gdLst/>
            <a:ahLst/>
            <a:cxnLst/>
            <a:rect r="r" b="b" t="t" l="l"/>
            <a:pathLst>
              <a:path h="10969905" w="8775924">
                <a:moveTo>
                  <a:pt x="0" y="0"/>
                </a:moveTo>
                <a:lnTo>
                  <a:pt x="8775924" y="0"/>
                </a:lnTo>
                <a:lnTo>
                  <a:pt x="8775924" y="10969905"/>
                </a:lnTo>
                <a:lnTo>
                  <a:pt x="0" y="10969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3928" y="2366644"/>
            <a:ext cx="14795372" cy="7161646"/>
          </a:xfrm>
          <a:custGeom>
            <a:avLst/>
            <a:gdLst/>
            <a:ahLst/>
            <a:cxnLst/>
            <a:rect r="r" b="b" t="t" l="l"/>
            <a:pathLst>
              <a:path h="7161646" w="14795372">
                <a:moveTo>
                  <a:pt x="0" y="0"/>
                </a:moveTo>
                <a:lnTo>
                  <a:pt x="14795372" y="0"/>
                </a:lnTo>
                <a:lnTo>
                  <a:pt x="14795372" y="7161647"/>
                </a:lnTo>
                <a:lnTo>
                  <a:pt x="0" y="7161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03" r="0" b="-810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81100"/>
            <a:ext cx="9408297" cy="11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HOME PAGE 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94" y="113595"/>
            <a:ext cx="9443646" cy="10059809"/>
          </a:xfrm>
          <a:custGeom>
            <a:avLst/>
            <a:gdLst/>
            <a:ahLst/>
            <a:cxnLst/>
            <a:rect r="r" b="b" t="t" l="l"/>
            <a:pathLst>
              <a:path h="10059809" w="9443646">
                <a:moveTo>
                  <a:pt x="0" y="0"/>
                </a:moveTo>
                <a:lnTo>
                  <a:pt x="9443646" y="0"/>
                </a:lnTo>
                <a:lnTo>
                  <a:pt x="9443646" y="10059810"/>
                </a:lnTo>
                <a:lnTo>
                  <a:pt x="0" y="10059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0994" y="2335043"/>
            <a:ext cx="15998306" cy="7838362"/>
          </a:xfrm>
          <a:custGeom>
            <a:avLst/>
            <a:gdLst/>
            <a:ahLst/>
            <a:cxnLst/>
            <a:rect r="r" b="b" t="t" l="l"/>
            <a:pathLst>
              <a:path h="7838362" w="15998306">
                <a:moveTo>
                  <a:pt x="0" y="0"/>
                </a:moveTo>
                <a:lnTo>
                  <a:pt x="15998306" y="0"/>
                </a:lnTo>
                <a:lnTo>
                  <a:pt x="15998306" y="7838362"/>
                </a:lnTo>
                <a:lnTo>
                  <a:pt x="0" y="7838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192" r="-1016" b="-278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48307" y="1149499"/>
            <a:ext cx="12876008" cy="11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Library Dashboard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94" y="113595"/>
            <a:ext cx="9443646" cy="10059809"/>
          </a:xfrm>
          <a:custGeom>
            <a:avLst/>
            <a:gdLst/>
            <a:ahLst/>
            <a:cxnLst/>
            <a:rect r="r" b="b" t="t" l="l"/>
            <a:pathLst>
              <a:path h="10059809" w="9443646">
                <a:moveTo>
                  <a:pt x="0" y="0"/>
                </a:moveTo>
                <a:lnTo>
                  <a:pt x="9443646" y="0"/>
                </a:lnTo>
                <a:lnTo>
                  <a:pt x="9443646" y="10059810"/>
                </a:lnTo>
                <a:lnTo>
                  <a:pt x="0" y="10059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2294" y="3200853"/>
            <a:ext cx="10101630" cy="4949288"/>
          </a:xfrm>
          <a:custGeom>
            <a:avLst/>
            <a:gdLst/>
            <a:ahLst/>
            <a:cxnLst/>
            <a:rect r="r" b="b" t="t" l="l"/>
            <a:pathLst>
              <a:path h="4949288" w="10101630">
                <a:moveTo>
                  <a:pt x="0" y="0"/>
                </a:moveTo>
                <a:lnTo>
                  <a:pt x="10101630" y="0"/>
                </a:lnTo>
                <a:lnTo>
                  <a:pt x="10101630" y="4949288"/>
                </a:lnTo>
                <a:lnTo>
                  <a:pt x="0" y="494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192" r="-1016" b="-278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92509" y="1634601"/>
            <a:ext cx="11395491" cy="104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8"/>
              </a:lnSpc>
            </a:pPr>
            <a:r>
              <a:rPr lang="en-US" sz="7788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Dashboard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75940" y="3318292"/>
            <a:ext cx="9426913" cy="85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2"/>
              </a:lnSpc>
            </a:pPr>
            <a:r>
              <a:rPr lang="en-US" sz="6442">
                <a:solidFill>
                  <a:srgbClr val="9EC67A"/>
                </a:solidFill>
                <a:latin typeface="Josefin Sans"/>
                <a:ea typeface="Josefin Sans"/>
                <a:cs typeface="Josefin Sans"/>
                <a:sym typeface="Josefin Sans"/>
              </a:rPr>
              <a:t>Key features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25022" y="4630362"/>
            <a:ext cx="6928748" cy="54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4735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1.Manage User Records</a:t>
            </a:r>
          </a:p>
          <a:p>
            <a:pPr algn="ctr">
              <a:lnSpc>
                <a:spcPts val="4735"/>
              </a:lnSpc>
            </a:pPr>
          </a:p>
          <a:p>
            <a:pPr algn="ctr">
              <a:lnSpc>
                <a:spcPts val="4735"/>
              </a:lnSpc>
            </a:pPr>
            <a:r>
              <a:rPr lang="en-US" sz="4735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 2.Pending Actions</a:t>
            </a:r>
          </a:p>
          <a:p>
            <a:pPr algn="ctr">
              <a:lnSpc>
                <a:spcPts val="4735"/>
              </a:lnSpc>
            </a:pPr>
          </a:p>
          <a:p>
            <a:pPr algn="ctr">
              <a:lnSpc>
                <a:spcPts val="4735"/>
              </a:lnSpc>
            </a:pPr>
            <a:r>
              <a:rPr lang="en-US" sz="4735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3.Inventory &amp; Circulation Management</a:t>
            </a:r>
          </a:p>
          <a:p>
            <a:pPr algn="ctr">
              <a:lnSpc>
                <a:spcPts val="4735"/>
              </a:lnSpc>
            </a:pPr>
          </a:p>
          <a:p>
            <a:pPr algn="ctr">
              <a:lnSpc>
                <a:spcPts val="4735"/>
              </a:lnSpc>
            </a:pPr>
            <a:r>
              <a:rPr lang="en-US" sz="4735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4.User &amp; Financial Administration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94" y="113595"/>
            <a:ext cx="9443646" cy="10059809"/>
          </a:xfrm>
          <a:custGeom>
            <a:avLst/>
            <a:gdLst/>
            <a:ahLst/>
            <a:cxnLst/>
            <a:rect r="r" b="b" t="t" l="l"/>
            <a:pathLst>
              <a:path h="10059809" w="9443646">
                <a:moveTo>
                  <a:pt x="0" y="0"/>
                </a:moveTo>
                <a:lnTo>
                  <a:pt x="9443646" y="0"/>
                </a:lnTo>
                <a:lnTo>
                  <a:pt x="9443646" y="10059810"/>
                </a:lnTo>
                <a:lnTo>
                  <a:pt x="0" y="10059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39257" y="6029789"/>
            <a:ext cx="22367302" cy="3228511"/>
          </a:xfrm>
          <a:custGeom>
            <a:avLst/>
            <a:gdLst/>
            <a:ahLst/>
            <a:cxnLst/>
            <a:rect r="r" b="b" t="t" l="l"/>
            <a:pathLst>
              <a:path h="3228511" w="22367302">
                <a:moveTo>
                  <a:pt x="0" y="0"/>
                </a:moveTo>
                <a:lnTo>
                  <a:pt x="22367302" y="0"/>
                </a:lnTo>
                <a:lnTo>
                  <a:pt x="22367302" y="3228511"/>
                </a:lnTo>
                <a:lnTo>
                  <a:pt x="0" y="322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7195" r="0" b="-21250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92509" y="1696695"/>
            <a:ext cx="11395491" cy="202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8"/>
              </a:lnSpc>
            </a:pPr>
            <a:r>
              <a:rPr lang="en-US" sz="7788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The Dashboard Cards Layout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73" y="3924655"/>
            <a:ext cx="5848114" cy="6180305"/>
          </a:xfrm>
          <a:custGeom>
            <a:avLst/>
            <a:gdLst/>
            <a:ahLst/>
            <a:cxnLst/>
            <a:rect r="r" b="b" t="t" l="l"/>
            <a:pathLst>
              <a:path h="6180305" w="5848114">
                <a:moveTo>
                  <a:pt x="0" y="0"/>
                </a:moveTo>
                <a:lnTo>
                  <a:pt x="5848114" y="0"/>
                </a:lnTo>
                <a:lnTo>
                  <a:pt x="5848114" y="6180305"/>
                </a:lnTo>
                <a:lnTo>
                  <a:pt x="0" y="6180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53402" y="0"/>
            <a:ext cx="6752378" cy="6102462"/>
          </a:xfrm>
          <a:custGeom>
            <a:avLst/>
            <a:gdLst/>
            <a:ahLst/>
            <a:cxnLst/>
            <a:rect r="r" b="b" t="t" l="l"/>
            <a:pathLst>
              <a:path h="6102462" w="6752378">
                <a:moveTo>
                  <a:pt x="0" y="0"/>
                </a:moveTo>
                <a:lnTo>
                  <a:pt x="6752378" y="0"/>
                </a:lnTo>
                <a:lnTo>
                  <a:pt x="6752378" y="6102462"/>
                </a:lnTo>
                <a:lnTo>
                  <a:pt x="0" y="610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973" y="3051231"/>
            <a:ext cx="16623807" cy="6520234"/>
          </a:xfrm>
          <a:custGeom>
            <a:avLst/>
            <a:gdLst/>
            <a:ahLst/>
            <a:cxnLst/>
            <a:rect r="r" b="b" t="t" l="l"/>
            <a:pathLst>
              <a:path h="6520234" w="16623807">
                <a:moveTo>
                  <a:pt x="0" y="0"/>
                </a:moveTo>
                <a:lnTo>
                  <a:pt x="16623807" y="0"/>
                </a:lnTo>
                <a:lnTo>
                  <a:pt x="16623807" y="6520234"/>
                </a:lnTo>
                <a:lnTo>
                  <a:pt x="0" y="65202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488" r="-551" b="-2071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6020" y="152400"/>
            <a:ext cx="16503280" cy="229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Inventory &amp; Circulation Management 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703452"/>
            <a:ext cx="11736261" cy="5420044"/>
          </a:xfrm>
          <a:custGeom>
            <a:avLst/>
            <a:gdLst/>
            <a:ahLst/>
            <a:cxnLst/>
            <a:rect r="r" b="b" t="t" l="l"/>
            <a:pathLst>
              <a:path h="5420044" w="11736261">
                <a:moveTo>
                  <a:pt x="0" y="0"/>
                </a:moveTo>
                <a:lnTo>
                  <a:pt x="11736261" y="0"/>
                </a:lnTo>
                <a:lnTo>
                  <a:pt x="11736261" y="5420045"/>
                </a:lnTo>
                <a:lnTo>
                  <a:pt x="0" y="5420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73" t="-23488" r="-10819" b="-207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6020" y="152400"/>
            <a:ext cx="16503280" cy="229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Inventory &amp; Circulation Management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36261" y="5210175"/>
            <a:ext cx="6923774" cy="236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36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∆Search Functionality</a:t>
            </a:r>
          </a:p>
          <a:p>
            <a:pPr algn="l">
              <a:lnSpc>
                <a:spcPts val="3691"/>
              </a:lnSpc>
            </a:pPr>
            <a:r>
              <a:rPr lang="en-US" sz="36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∆Clear Catalog Navigation</a:t>
            </a:r>
          </a:p>
          <a:p>
            <a:pPr algn="l">
              <a:lnSpc>
                <a:spcPts val="3691"/>
              </a:lnSpc>
            </a:pPr>
            <a:r>
              <a:rPr lang="en-US" sz="36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∆Book Information Cards</a:t>
            </a:r>
          </a:p>
          <a:p>
            <a:pPr algn="l">
              <a:lnSpc>
                <a:spcPts val="3691"/>
              </a:lnSpc>
            </a:pPr>
            <a:r>
              <a:rPr lang="en-US" sz="36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∆Real-Time Availability Status</a:t>
            </a:r>
          </a:p>
          <a:p>
            <a:pPr algn="l">
              <a:lnSpc>
                <a:spcPts val="3691"/>
              </a:lnSpc>
            </a:pPr>
            <a:r>
              <a:rPr lang="en-US" sz="36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∆Action-Oriented Buttons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73" y="3924655"/>
            <a:ext cx="5848114" cy="6180305"/>
          </a:xfrm>
          <a:custGeom>
            <a:avLst/>
            <a:gdLst/>
            <a:ahLst/>
            <a:cxnLst/>
            <a:rect r="r" b="b" t="t" l="l"/>
            <a:pathLst>
              <a:path h="6180305" w="5848114">
                <a:moveTo>
                  <a:pt x="0" y="0"/>
                </a:moveTo>
                <a:lnTo>
                  <a:pt x="5848114" y="0"/>
                </a:lnTo>
                <a:lnTo>
                  <a:pt x="5848114" y="6180305"/>
                </a:lnTo>
                <a:lnTo>
                  <a:pt x="0" y="6180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53402" y="0"/>
            <a:ext cx="6752378" cy="6102462"/>
          </a:xfrm>
          <a:custGeom>
            <a:avLst/>
            <a:gdLst/>
            <a:ahLst/>
            <a:cxnLst/>
            <a:rect r="r" b="b" t="t" l="l"/>
            <a:pathLst>
              <a:path h="6102462" w="6752378">
                <a:moveTo>
                  <a:pt x="0" y="0"/>
                </a:moveTo>
                <a:lnTo>
                  <a:pt x="6752378" y="0"/>
                </a:lnTo>
                <a:lnTo>
                  <a:pt x="6752378" y="6102462"/>
                </a:lnTo>
                <a:lnTo>
                  <a:pt x="0" y="610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973" y="2452369"/>
            <a:ext cx="15121307" cy="7652591"/>
          </a:xfrm>
          <a:custGeom>
            <a:avLst/>
            <a:gdLst/>
            <a:ahLst/>
            <a:cxnLst/>
            <a:rect r="r" b="b" t="t" l="l"/>
            <a:pathLst>
              <a:path h="7652591" w="15121307">
                <a:moveTo>
                  <a:pt x="0" y="0"/>
                </a:moveTo>
                <a:lnTo>
                  <a:pt x="15121307" y="0"/>
                </a:lnTo>
                <a:lnTo>
                  <a:pt x="15121307" y="7652591"/>
                </a:lnTo>
                <a:lnTo>
                  <a:pt x="0" y="7652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406" r="0" b="-27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8191" y="1162050"/>
            <a:ext cx="14011399" cy="10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1"/>
              </a:lnSpc>
            </a:pPr>
            <a:r>
              <a:rPr lang="en-US" sz="747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User &amp; Financial Administration 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73" y="3924655"/>
            <a:ext cx="5848114" cy="6180305"/>
          </a:xfrm>
          <a:custGeom>
            <a:avLst/>
            <a:gdLst/>
            <a:ahLst/>
            <a:cxnLst/>
            <a:rect r="r" b="b" t="t" l="l"/>
            <a:pathLst>
              <a:path h="6180305" w="5848114">
                <a:moveTo>
                  <a:pt x="0" y="0"/>
                </a:moveTo>
                <a:lnTo>
                  <a:pt x="5848114" y="0"/>
                </a:lnTo>
                <a:lnTo>
                  <a:pt x="5848114" y="6180305"/>
                </a:lnTo>
                <a:lnTo>
                  <a:pt x="0" y="6180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928294" y="2092269"/>
            <a:ext cx="6752378" cy="6102462"/>
          </a:xfrm>
          <a:custGeom>
            <a:avLst/>
            <a:gdLst/>
            <a:ahLst/>
            <a:cxnLst/>
            <a:rect r="r" b="b" t="t" l="l"/>
            <a:pathLst>
              <a:path h="6102462" w="6752378">
                <a:moveTo>
                  <a:pt x="0" y="0"/>
                </a:moveTo>
                <a:lnTo>
                  <a:pt x="6752378" y="0"/>
                </a:lnTo>
                <a:lnTo>
                  <a:pt x="6752378" y="6102462"/>
                </a:lnTo>
                <a:lnTo>
                  <a:pt x="0" y="610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4766" y="3699075"/>
            <a:ext cx="10858635" cy="5771085"/>
          </a:xfrm>
          <a:custGeom>
            <a:avLst/>
            <a:gdLst/>
            <a:ahLst/>
            <a:cxnLst/>
            <a:rect r="r" b="b" t="t" l="l"/>
            <a:pathLst>
              <a:path h="5771085" w="10858635">
                <a:moveTo>
                  <a:pt x="0" y="0"/>
                </a:moveTo>
                <a:lnTo>
                  <a:pt x="10858636" y="0"/>
                </a:lnTo>
                <a:lnTo>
                  <a:pt x="10858636" y="5771084"/>
                </a:lnTo>
                <a:lnTo>
                  <a:pt x="0" y="5771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406" r="-5017" b="-27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6020" y="709612"/>
            <a:ext cx="16503280" cy="11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User &amp; Financial Administration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5622" y="4662750"/>
            <a:ext cx="6752378" cy="4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∆Personalized Activity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35622" y="5520165"/>
            <a:ext cx="6752378" cy="4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∆Self-Service Quick 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35622" y="6377579"/>
            <a:ext cx="6752378" cy="4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∆FINES/DUES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56021" y="-2136799"/>
            <a:ext cx="6960170" cy="4080400"/>
          </a:xfrm>
          <a:custGeom>
            <a:avLst/>
            <a:gdLst/>
            <a:ahLst/>
            <a:cxnLst/>
            <a:rect r="r" b="b" t="t" l="l"/>
            <a:pathLst>
              <a:path h="4080400" w="6960170">
                <a:moveTo>
                  <a:pt x="0" y="0"/>
                </a:moveTo>
                <a:lnTo>
                  <a:pt x="6960169" y="0"/>
                </a:lnTo>
                <a:lnTo>
                  <a:pt x="6960169" y="4080400"/>
                </a:lnTo>
                <a:lnTo>
                  <a:pt x="0" y="408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842570"/>
            <a:ext cx="6285953" cy="3685140"/>
          </a:xfrm>
          <a:custGeom>
            <a:avLst/>
            <a:gdLst/>
            <a:ahLst/>
            <a:cxnLst/>
            <a:rect r="r" b="b" t="t" l="l"/>
            <a:pathLst>
              <a:path h="3685140" w="6285953">
                <a:moveTo>
                  <a:pt x="0" y="0"/>
                </a:moveTo>
                <a:lnTo>
                  <a:pt x="6285953" y="0"/>
                </a:lnTo>
                <a:lnTo>
                  <a:pt x="6285953" y="3685140"/>
                </a:lnTo>
                <a:lnTo>
                  <a:pt x="0" y="3685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29791" y="2099619"/>
            <a:ext cx="7329509" cy="4122849"/>
          </a:xfrm>
          <a:custGeom>
            <a:avLst/>
            <a:gdLst/>
            <a:ahLst/>
            <a:cxnLst/>
            <a:rect r="r" b="b" t="t" l="l"/>
            <a:pathLst>
              <a:path h="4122849" w="7329509">
                <a:moveTo>
                  <a:pt x="0" y="0"/>
                </a:moveTo>
                <a:lnTo>
                  <a:pt x="7329509" y="0"/>
                </a:lnTo>
                <a:lnTo>
                  <a:pt x="7329509" y="4122848"/>
                </a:lnTo>
                <a:lnTo>
                  <a:pt x="0" y="412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25947" y="6348171"/>
            <a:ext cx="6610159" cy="3718214"/>
          </a:xfrm>
          <a:custGeom>
            <a:avLst/>
            <a:gdLst/>
            <a:ahLst/>
            <a:cxnLst/>
            <a:rect r="r" b="b" t="t" l="l"/>
            <a:pathLst>
              <a:path h="3718214" w="6610159">
                <a:moveTo>
                  <a:pt x="0" y="0"/>
                </a:moveTo>
                <a:lnTo>
                  <a:pt x="6610159" y="0"/>
                </a:lnTo>
                <a:lnTo>
                  <a:pt x="6610159" y="3718214"/>
                </a:lnTo>
                <a:lnTo>
                  <a:pt x="0" y="3718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33321" y="2099619"/>
            <a:ext cx="6692625" cy="3764602"/>
          </a:xfrm>
          <a:custGeom>
            <a:avLst/>
            <a:gdLst/>
            <a:ahLst/>
            <a:cxnLst/>
            <a:rect r="r" b="b" t="t" l="l"/>
            <a:pathLst>
              <a:path h="3764602" w="6692625">
                <a:moveTo>
                  <a:pt x="0" y="0"/>
                </a:moveTo>
                <a:lnTo>
                  <a:pt x="6692626" y="0"/>
                </a:lnTo>
                <a:lnTo>
                  <a:pt x="6692626" y="3764601"/>
                </a:lnTo>
                <a:lnTo>
                  <a:pt x="0" y="3764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70236" y="6066449"/>
            <a:ext cx="6973764" cy="3922743"/>
          </a:xfrm>
          <a:custGeom>
            <a:avLst/>
            <a:gdLst/>
            <a:ahLst/>
            <a:cxnLst/>
            <a:rect r="r" b="b" t="t" l="l"/>
            <a:pathLst>
              <a:path h="3922743" w="6973764">
                <a:moveTo>
                  <a:pt x="0" y="0"/>
                </a:moveTo>
                <a:lnTo>
                  <a:pt x="6973764" y="0"/>
                </a:lnTo>
                <a:lnTo>
                  <a:pt x="6973764" y="3922743"/>
                </a:lnTo>
                <a:lnTo>
                  <a:pt x="0" y="39227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79484" y="711846"/>
            <a:ext cx="7729031" cy="11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Gallery Image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3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9960" y="116035"/>
            <a:ext cx="12243446" cy="10054930"/>
          </a:xfrm>
          <a:custGeom>
            <a:avLst/>
            <a:gdLst/>
            <a:ahLst/>
            <a:cxnLst/>
            <a:rect r="r" b="b" t="t" l="l"/>
            <a:pathLst>
              <a:path h="10054930" w="12243446">
                <a:moveTo>
                  <a:pt x="0" y="0"/>
                </a:moveTo>
                <a:lnTo>
                  <a:pt x="12243446" y="0"/>
                </a:lnTo>
                <a:lnTo>
                  <a:pt x="12243446" y="10054930"/>
                </a:lnTo>
                <a:lnTo>
                  <a:pt x="0" y="1005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10442" y="1273640"/>
            <a:ext cx="8041268" cy="7739720"/>
          </a:xfrm>
          <a:custGeom>
            <a:avLst/>
            <a:gdLst/>
            <a:ahLst/>
            <a:cxnLst/>
            <a:rect r="r" b="b" t="t" l="l"/>
            <a:pathLst>
              <a:path h="7739720" w="8041268">
                <a:moveTo>
                  <a:pt x="0" y="0"/>
                </a:moveTo>
                <a:lnTo>
                  <a:pt x="8041268" y="0"/>
                </a:lnTo>
                <a:lnTo>
                  <a:pt x="8041268" y="7739720"/>
                </a:lnTo>
                <a:lnTo>
                  <a:pt x="0" y="7739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299585"/>
            <a:ext cx="6880363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Thank you!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DAG37TSOcIo</dc:identifier>
  <dcterms:modified xsi:type="dcterms:W3CDTF">2011-08-01T06:04:30Z</dcterms:modified>
  <cp:revision>1</cp:revision>
  <dc:title>Copy of Blue and White Corporate Illustrated Blue Connections Presentation</dc:title>
</cp:coreProperties>
</file>