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5" Type="http://schemas.microsoft.com/office/2020/02/relationships/classificationlabels" Target="docMetadata/LabelInfo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323" r:id="rId7"/>
    <p:sldId id="307" r:id="rId8"/>
    <p:sldId id="281" r:id="rId9"/>
    <p:sldId id="282" r:id="rId10"/>
    <p:sldId id="314" r:id="rId11"/>
    <p:sldId id="315" r:id="rId12"/>
    <p:sldId id="324" r:id="rId13"/>
    <p:sldId id="325" r:id="rId14"/>
    <p:sldId id="297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presProps" Target="presProps.xml" /><Relationship Id="rId3" Type="http://schemas.openxmlformats.org/officeDocument/2006/relationships/customXml" Target="../customXml/item3.xml" /><Relationship Id="rId21" Type="http://schemas.openxmlformats.org/officeDocument/2006/relationships/tableStyles" Target="tableStyles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handoutMaster" Target="handoutMasters/handoutMaster1.xml" /><Relationship Id="rId2" Type="http://schemas.openxmlformats.org/officeDocument/2006/relationships/customXml" Target="../customXml/item2.xml" /><Relationship Id="rId16" Type="http://schemas.openxmlformats.org/officeDocument/2006/relationships/notesMaster" Target="notesMasters/notesMaster1.xml" /><Relationship Id="rId20" Type="http://schemas.openxmlformats.org/officeDocument/2006/relationships/theme" Target="theme/theme1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10" Type="http://schemas.openxmlformats.org/officeDocument/2006/relationships/slide" Target="slides/slide6.xml" /><Relationship Id="rId19" Type="http://schemas.openxmlformats.org/officeDocument/2006/relationships/viewProps" Target="viewProp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microsoft.com/office/2018/10/relationships/authors" Target="author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5" Type="http://schemas.openxmlformats.org/officeDocument/2006/relationships/image" Target="../media/image4.svg" /><Relationship Id="rId4" Type="http://schemas.openxmlformats.org/officeDocument/2006/relationships/image" Target="../media/image3.png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 /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 /><Relationship Id="rId2" Type="http://schemas.openxmlformats.org/officeDocument/2006/relationships/image" Target="../media/image7.png" /><Relationship Id="rId1" Type="http://schemas.openxmlformats.org/officeDocument/2006/relationships/slideMaster" Target="../slideMasters/slideMaster1.xml" /><Relationship Id="rId5" Type="http://schemas.openxmlformats.org/officeDocument/2006/relationships/image" Target="../media/image10.svg" /><Relationship Id="rId4" Type="http://schemas.openxmlformats.org/officeDocument/2006/relationships/image" Target="../media/image9.png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 /><Relationship Id="rId2" Type="http://schemas.openxmlformats.org/officeDocument/2006/relationships/image" Target="../media/image11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17.png" /><Relationship Id="rId4" Type="http://schemas.openxmlformats.org/officeDocument/2006/relationships/image" Target="../media/image16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6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13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1428792"/>
            <a:ext cx="6392421" cy="3831221"/>
          </a:xfrm>
        </p:spPr>
        <p:txBody>
          <a:bodyPr anchor="ctr"/>
          <a:lstStyle/>
          <a:p>
            <a:r>
              <a:rPr lang="en-US"/>
              <a:t>UNIVERSITY STUDENT </a:t>
            </a:r>
            <a:br>
              <a:rPr lang="en-US"/>
            </a:br>
            <a:r>
              <a:rPr lang="en-US"/>
              <a:t>DASHBOARD</a:t>
            </a:r>
            <a:br>
              <a:rPr lang="en-US"/>
            </a:br>
            <a:br>
              <a:rPr lang="en-US"/>
            </a:br>
            <a:r>
              <a:rPr lang="en-US" sz="2000"/>
              <a:t>A FRONT-END STUDENT MANAGEMENT </a:t>
            </a:r>
            <a:br>
              <a:rPr lang="en-US" sz="2000"/>
            </a:br>
            <a:r>
              <a:rPr lang="en-US" sz="2000"/>
              <a:t>SYSTEM </a:t>
            </a:r>
            <a:br>
              <a:rPr lang="en-US" sz="200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/>
              <a:t>TEAM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/>
              <a:t>POORNIMA PH                20241CSN0024</a:t>
            </a:r>
          </a:p>
          <a:p>
            <a:r>
              <a:rPr lang="en-US"/>
              <a:t>JEEVESH BISHT                20241CSN0029</a:t>
            </a:r>
          </a:p>
          <a:p>
            <a:r>
              <a:rPr lang="en-US"/>
              <a:t>THARUN P                         20241CSN0024</a:t>
            </a:r>
          </a:p>
          <a:p>
            <a:r>
              <a:rPr lang="en-US"/>
              <a:t>THOPURI GOWTHAMI    20241CSN0030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708E4-885C-06E8-858D-50C940379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5363A-11D9-2CD4-A318-CA5D1AC17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/>
              <a:t>CREATE A CENTRALIZED STUDENT DETAILS DASHBOARD THAT SIMPLIFIES ADMINISTRATIVE ACCESS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/>
              <a:t>UNIFIED RECORDS – MAINTAIN COMPREHENSIVE STUDENT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/>
              <a:t>SINGLE VIEW – DISPLAY ACADEMIC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/>
              <a:t>FUTURE READY – BUILT WITH HTML AND CSS AS  A FOUNDATION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CA6BB-3070-FCD7-4040-A4B05CCE2C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41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5224" y="5607704"/>
            <a:ext cx="5948591" cy="470367"/>
          </a:xfrm>
        </p:spPr>
        <p:txBody>
          <a:bodyPr/>
          <a:lstStyle/>
          <a:p>
            <a:pPr algn="ctr"/>
            <a:r>
              <a:rPr lang="en-US"/>
              <a:t>The overview of dashboard</a:t>
            </a: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26279D-4115-9ABC-8414-E0883DFAC22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8252" b="8252"/>
          <a:stretch>
            <a:fillRect/>
          </a:stretch>
        </p:blipFill>
        <p:spPr>
          <a:xfrm>
            <a:off x="-22096" y="0"/>
            <a:ext cx="12214096" cy="5109882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353" y="4772566"/>
            <a:ext cx="5259554" cy="674632"/>
          </a:xfrm>
        </p:spPr>
        <p:txBody>
          <a:bodyPr/>
          <a:lstStyle/>
          <a:p>
            <a:r>
              <a:rPr lang="en-US"/>
              <a:t>Key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7" y="5447198"/>
            <a:ext cx="7566211" cy="304986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DASHBOARD OVERVIEW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NAVIGATION BAR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RESPONSIVE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UNIVERSITY BRANDING</a:t>
            </a:r>
          </a:p>
        </p:txBody>
      </p:sp>
      <p:pic>
        <p:nvPicPr>
          <p:cNvPr id="8" name="Picture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BE53DD-11E2-2A97-08EE-BA6E968767E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4134" r="4134"/>
          <a:stretch>
            <a:fillRect/>
          </a:stretch>
        </p:blipFill>
        <p:spPr>
          <a:xfrm>
            <a:off x="0" y="411163"/>
            <a:ext cx="12192000" cy="4281487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 descr="A screenshot of a computer science report&#10;&#10;AI-generated content may be incorrect.">
            <a:extLst>
              <a:ext uri="{FF2B5EF4-FFF2-40B4-BE49-F238E27FC236}">
                <a16:creationId xmlns:a16="http://schemas.microsoft.com/office/drawing/2014/main" id="{75667D0A-D677-9DDE-4736-2B88B2F11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598" y="90313"/>
            <a:ext cx="4786896" cy="3258006"/>
          </a:xfrm>
          <a:prstGeom prst="rect">
            <a:avLst/>
          </a:prstGeom>
        </p:spPr>
      </p:pic>
      <p:pic>
        <p:nvPicPr>
          <p:cNvPr id="7" name="Picture 6" descr="A screenshot of a report&#10;&#10;AI-generated content may be incorrect.">
            <a:extLst>
              <a:ext uri="{FF2B5EF4-FFF2-40B4-BE49-F238E27FC236}">
                <a16:creationId xmlns:a16="http://schemas.microsoft.com/office/drawing/2014/main" id="{F7F95C06-A00F-440C-1C1D-CD0A01D71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599" y="3429000"/>
            <a:ext cx="4786895" cy="3408525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91EF1B-2430-9172-7EC1-59B3C83FFD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1035" y="90314"/>
            <a:ext cx="4500282" cy="34085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24E1AD-F90D-2CD5-8E9B-F7B5EF501FE0}"/>
              </a:ext>
            </a:extLst>
          </p:cNvPr>
          <p:cNvSpPr txBox="1"/>
          <p:nvPr/>
        </p:nvSpPr>
        <p:spPr>
          <a:xfrm>
            <a:off x="7691718" y="3952917"/>
            <a:ext cx="43389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/>
              <a:t>DETAILED STUDENT INFORMATIONS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8C513E-F312-33FC-ACF9-2E9C75A208F1}"/>
              </a:ext>
            </a:extLst>
          </p:cNvPr>
          <p:cNvSpPr txBox="1"/>
          <p:nvPr/>
        </p:nvSpPr>
        <p:spPr>
          <a:xfrm>
            <a:off x="7817224" y="5133262"/>
            <a:ext cx="41327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CORE ELEMENTS :-</a:t>
            </a:r>
          </a:p>
          <a:p>
            <a:r>
              <a:rPr lang="en-IN"/>
              <a:t> &lt;div&gt;</a:t>
            </a:r>
          </a:p>
          <a:p>
            <a:r>
              <a:rPr lang="en-IN"/>
              <a:t>&lt;header&gt;</a:t>
            </a:r>
          </a:p>
          <a:p>
            <a:r>
              <a:rPr lang="en-IN"/>
              <a:t>&lt;nav&gt;</a:t>
            </a:r>
          </a:p>
          <a:p>
            <a:r>
              <a:rPr lang="en-IN"/>
              <a:t>&lt;section&gt;</a:t>
            </a:r>
          </a:p>
          <a:p>
            <a:r>
              <a:rPr lang="en-IN"/>
              <a:t>&lt;</a:t>
            </a:r>
            <a:r>
              <a:rPr lang="en-IN" err="1"/>
              <a:t>ahref</a:t>
            </a:r>
            <a:r>
              <a:rPr lang="en-IN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FF430B-792F-CAB8-3276-F8E58AB5B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47707"/>
            <a:ext cx="12192000" cy="35102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87B6C6-5757-600D-6CB7-A221CCA9C056}"/>
              </a:ext>
            </a:extLst>
          </p:cNvPr>
          <p:cNvSpPr txBox="1"/>
          <p:nvPr/>
        </p:nvSpPr>
        <p:spPr>
          <a:xfrm>
            <a:off x="3693459" y="457199"/>
            <a:ext cx="69924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>
                <a:latin typeface="Arial Black" panose="020B0A04020102020204" pitchFamily="34" charset="0"/>
              </a:rPr>
              <a:t>The Dashboard Cards Layout</a:t>
            </a:r>
          </a:p>
          <a:p>
            <a:endParaRPr lang="en-IN">
              <a:latin typeface="Arial Black" panose="020B0A04020102020204" pitchFamily="34" charset="0"/>
            </a:endParaRPr>
          </a:p>
          <a:p>
            <a:r>
              <a:rPr lang="en-IN">
                <a:latin typeface="Arial Black" panose="020B0A04020102020204" pitchFamily="34" charset="0"/>
              </a:rPr>
              <a:t>The Dashboard grid system displays key metrics in individual cards creating a clean scannable layout with CSS grid flexibility and hover animation</a:t>
            </a:r>
          </a:p>
          <a:p>
            <a:endParaRPr lang="en-IN" sz="200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1" name="Picture 10" descr="A close-up of a blue and black text&#10;&#10;AI-generated content may be incorrect.">
            <a:extLst>
              <a:ext uri="{FF2B5EF4-FFF2-40B4-BE49-F238E27FC236}">
                <a16:creationId xmlns:a16="http://schemas.microsoft.com/office/drawing/2014/main" id="{F0ADF336-C701-D8F2-4261-20B601CA1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692943"/>
            <a:ext cx="8919881" cy="13820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DBF1710-76E0-4DA2-D2B2-690CAE2F3679}"/>
              </a:ext>
            </a:extLst>
          </p:cNvPr>
          <p:cNvSpPr txBox="1"/>
          <p:nvPr/>
        </p:nvSpPr>
        <p:spPr>
          <a:xfrm>
            <a:off x="672353" y="2581835"/>
            <a:ext cx="68400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/>
              <a:t>Quick Access Reports</a:t>
            </a:r>
          </a:p>
          <a:p>
            <a:endParaRPr lang="en-IN" sz="2000"/>
          </a:p>
          <a:p>
            <a:endParaRPr lang="en-IN" sz="2000"/>
          </a:p>
          <a:p>
            <a:r>
              <a:rPr lang="en-IN" sz="2000"/>
              <a:t>One click access program and year wise reports keeps the dashboard interactive while maintaining simplicity </a:t>
            </a:r>
          </a:p>
          <a:p>
            <a:endParaRPr lang="en-IN" sz="2000"/>
          </a:p>
          <a:p>
            <a:endParaRPr lang="en-I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/>
              <a:t>B Tech CS Report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/>
              <a:t>BBA Report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/>
              <a:t>M Sc Report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/>
              <a:t>3</a:t>
            </a:r>
            <a:r>
              <a:rPr lang="en-IN" sz="2000" baseline="30000"/>
              <a:t>rd</a:t>
            </a:r>
            <a:r>
              <a:rPr lang="en-IN" sz="2000"/>
              <a:t> Year Report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7B13EE-8CCB-649E-C70C-9EF2687D31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806A12-ACDB-89CE-7428-45B2ED19E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033"/>
            <a:ext cx="8910918" cy="48866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D01DDA-32F3-5652-C285-D551530CAC57}"/>
              </a:ext>
            </a:extLst>
          </p:cNvPr>
          <p:cNvSpPr txBox="1"/>
          <p:nvPr/>
        </p:nvSpPr>
        <p:spPr>
          <a:xfrm>
            <a:off x="224118" y="5325035"/>
            <a:ext cx="72614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/>
              <a:t>A Student Registration Form </a:t>
            </a:r>
          </a:p>
          <a:p>
            <a:endParaRPr lang="en-IN" sz="1600"/>
          </a:p>
          <a:p>
            <a:r>
              <a:rPr lang="en-IN" sz="1600"/>
              <a:t>A responsive form helping in to gather student information </a:t>
            </a:r>
          </a:p>
          <a:p>
            <a:r>
              <a:rPr lang="en-IN" sz="1600"/>
              <a:t>Containing responses as </a:t>
            </a:r>
          </a:p>
          <a:p>
            <a:r>
              <a:rPr lang="en-IN" sz="1600"/>
              <a:t>Paragraphs  Dates   and  Radio Buttons</a:t>
            </a:r>
          </a:p>
        </p:txBody>
      </p:sp>
    </p:spTree>
    <p:extLst>
      <p:ext uri="{BB962C8B-B14F-4D97-AF65-F5344CB8AC3E}">
        <p14:creationId xmlns:p14="http://schemas.microsoft.com/office/powerpoint/2010/main" val="656248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DCEB59-326B-7FA2-7230-1238243A4E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/>
              <a:t>A Cumulative Grade Point Average </a:t>
            </a:r>
          </a:p>
          <a:p>
            <a:endParaRPr lang="en-IN" sz="2000"/>
          </a:p>
          <a:p>
            <a:r>
              <a:rPr lang="en-IN" sz="2000"/>
              <a:t>A data academic table showing the latest result data </a:t>
            </a:r>
          </a:p>
          <a:p>
            <a:r>
              <a:rPr lang="en-IN" sz="2000"/>
              <a:t>Being updated as SGPA &amp; CGPA</a:t>
            </a:r>
          </a:p>
          <a:p>
            <a:r>
              <a:rPr lang="en-IN" sz="2000"/>
              <a:t>Updated through</a:t>
            </a:r>
          </a:p>
          <a:p>
            <a:r>
              <a:rPr lang="en-IN" sz="2000"/>
              <a:t>&lt;table&gt;</a:t>
            </a:r>
          </a:p>
          <a:p>
            <a:r>
              <a:rPr lang="en-IN" sz="2000"/>
              <a:t>&lt;tr&gt;</a:t>
            </a:r>
          </a:p>
          <a:p>
            <a:r>
              <a:rPr lang="en-IN" sz="2000"/>
              <a:t>&lt;td&gt;</a:t>
            </a:r>
          </a:p>
          <a:p>
            <a:endParaRPr lang="en-IN" sz="200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73F4EE-75BF-ED11-BF02-18E3C1966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3" y="251051"/>
            <a:ext cx="12192000" cy="309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49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059" y="1853829"/>
            <a:ext cx="5715000" cy="2727709"/>
          </a:xfrm>
        </p:spPr>
        <p:txBody>
          <a:bodyPr/>
          <a:lstStyle/>
          <a:p>
            <a:r>
              <a:rPr lang="en-US" sz="5400"/>
              <a:t>THANK YOU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{4BC19F3A-89F0-47A5-A52A-E6BE2658DCDB}tf78438558_win32</Template>
  <Application>Microsoft Office PowerPoint</Application>
  <PresentationFormat>Widescreen</PresentationFormat>
  <Slides>11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Custom</vt:lpstr>
      <vt:lpstr>UNIVERSITY STUDENT  DASHBOARD  A FRONT-END STUDENT MANAGEMENT  SYSTEM  </vt:lpstr>
      <vt:lpstr>TEAM </vt:lpstr>
      <vt:lpstr>PROJECT OBJECTIVE</vt:lpstr>
      <vt:lpstr>The overview of dashboard</vt:lpstr>
      <vt:lpstr>Key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STUDENT  DASHBOARD  A FRONT-END STUDENT MANAGEMENT  SYSTEM  </dc:title>
  <dc:subject/>
  <dc:creator>Jeevesh Bisht</dc:creator>
  <cp:lastModifiedBy>Jeevesh Bisht</cp:lastModifiedBy>
  <cp:revision>1</cp:revision>
  <dcterms:created xsi:type="dcterms:W3CDTF">2025-10-31T04:27:26Z</dcterms:created>
  <dcterms:modified xsi:type="dcterms:W3CDTF">2025-10-31T05:13:03Z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